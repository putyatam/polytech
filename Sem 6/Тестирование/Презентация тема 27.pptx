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Lor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Lora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ora-italic.fntdata"/><Relationship Id="rId25" Type="http://schemas.openxmlformats.org/officeDocument/2006/relationships/font" Target="fonts/Lora-bold.fntdata"/><Relationship Id="rId27" Type="http://schemas.openxmlformats.org/officeDocument/2006/relationships/font" Target="fonts/Lor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19" Type="http://schemas.openxmlformats.org/officeDocument/2006/relationships/font" Target="fonts/Raleway-boldItalic.fntdata"/><Relationship Id="rId18" Type="http://schemas.openxmlformats.org/officeDocument/2006/relationships/font" Target="fonts/Ralew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0ffdc4e0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0ffdc4e0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ffdc4e0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0ffdc4e0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0ffdc4e0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0ffdc4e0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ffdc4e0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ffdc4e0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ffdc4e0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ffdc4e0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0ffdc4e0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0ffdc4e0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0ffdc4e0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0ffdc4e0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0ffdc4e0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0ffdc4e0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0ffdc4e0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0ffdc4e0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1169852" y="1545450"/>
            <a:ext cx="68043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Lora"/>
                <a:ea typeface="Lora"/>
                <a:cs typeface="Lora"/>
                <a:sym typeface="Lora"/>
              </a:rPr>
              <a:t>Методы тестирования ПО для заинтересованных сторон,</a:t>
            </a:r>
            <a:endParaRPr sz="2600"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600">
                <a:latin typeface="Lora"/>
                <a:ea typeface="Lora"/>
                <a:cs typeface="Lora"/>
                <a:sym typeface="Lora"/>
              </a:rPr>
              <a:t>ГОСТ Р ИСО/МЭК 25010-2025</a:t>
            </a:r>
            <a:endParaRPr sz="6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Заинтересованные стороны ПО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7650" y="1678500"/>
            <a:ext cx="7688700" cy="17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AutoNum type="arabicPeriod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Разработчик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AutoNum type="arabicPeriod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Конечный пользователь ПО (основной пользователь)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AutoNum type="arabicPeriod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Вторичный пользователь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Иногда выделяется и четвертая сторона - косвенный пользователь.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ГОСТ Р ИСО/МЭК 25010-2015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7650" y="1678500"/>
            <a:ext cx="76887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Задачи данного ГОСТа: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учесть интересы каждой стороны при определении критериев качества продукта;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разработать набор измеримых критериев качества продукта.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Настоящий стандарт определяет: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модель качества при использовании;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модель качества продукта.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В состав данных моделей качества входят пять и восемь характеристик соответственно.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Основы модели качества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7650" y="1678500"/>
            <a:ext cx="76887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Качество системы - степень удовлетворения системой </a:t>
            </a: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определенных</a:t>
            </a: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потребностей заинтересованных сторон.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Модели качества позволяют представить качество продукта в виде классов характеристик. Получить показатели каждой характеристики можно с помощью последовательного разбиения на подхарактеристики.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Структура </a:t>
            </a:r>
            <a:r>
              <a:rPr lang="ru">
                <a:latin typeface="Lora"/>
                <a:ea typeface="Lora"/>
                <a:cs typeface="Lora"/>
                <a:sym typeface="Lora"/>
              </a:rPr>
              <a:t>модели качества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925" y="1231975"/>
            <a:ext cx="8533748" cy="37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Модель качества при использовании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450" y="1303650"/>
            <a:ext cx="76887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Качество при использовании системы характеризует воздействие продукции на заинтересованную сторону.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325" y="2137950"/>
            <a:ext cx="6728949" cy="300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Модель качества продукта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1303650"/>
            <a:ext cx="76887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Данная модель определяет способность продукта удовлетворять заявленным и подразумеваемым требованиям.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850" y="2271900"/>
            <a:ext cx="7278292" cy="27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Цели моделей качества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727650" y="1678500"/>
            <a:ext cx="76887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Цель модели качества продукта - компьютерная система, в которую входит целевой программный продукт.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Цель модели качества при использовании - совокупная система, включающая целевую компьютерную систему и сам целевой продукт.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Цели моделей качества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613" y="1266125"/>
            <a:ext cx="6128375" cy="38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562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Lora"/>
                <a:ea typeface="Lora"/>
                <a:cs typeface="Lora"/>
                <a:sym typeface="Lora"/>
              </a:rPr>
              <a:t>Заключение</a:t>
            </a: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7650" y="1678500"/>
            <a:ext cx="76887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Модели качества используются для: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определения требований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выработки показателей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ora"/>
              <a:buChar char="●"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выполнения оценки качества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Модели качества продукции и качества при использовании позволяют собрать требования основного пользователя, вторичных пользователей и косвенных пользователей.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